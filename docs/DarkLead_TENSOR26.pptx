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</a:rPr>
              <a:t>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6400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600" b="1" i="0">
                <a:solidFill>
                  <a:srgbClr val="F26D21"/>
                </a:solidFill>
              </a:rPr>
              <a:t>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8A9BB8"/>
                </a:solidFill>
              </a:rPr>
              <a:t>AI-Powered Code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8A9BB8"/>
                </a:solidFill>
              </a:rPr>
              <a:t>Automated Code Review  ·  Debt Scoring  ·  LLM Fix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645920"/>
            <a:ext cx="3108960" cy="320040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8288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 i="0">
                <a:solidFill>
                  <a:srgbClr val="F26D21"/>
                </a:solidFill>
              </a:rPr>
              <a:t>PS29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3957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TENSOR'26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962656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Team DARKLEAD!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529584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8A9BB8"/>
                </a:solidFill>
              </a:rPr>
              <a:t>w01f — IIT Madras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096512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2026-04-17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675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github.com/thw01f/TR-104-DarkLead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Why code review still breaks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715000" cy="24688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🔍 Manual Reviews are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PRs sit for days waiting on senior devs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19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Reviewers miss security issues consistently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Context switches kill deep-work 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715000" cy="24688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🛠 Tools are Fragmented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SonarQube, Bandit, ESLint — all separate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No unified debt score across ecosystems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5234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False positives drown real signals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715000" cy="24688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7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💸 Debt Compounds Silently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434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No visibility into module-level rot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7375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CVEs slip in via deps, not app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0410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Misconfigs in Docker/K8s rarely caught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49039"/>
            <a:ext cx="5715000" cy="24688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84047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🤖 LLMs Hallucinate Fixes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434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Generic suggestions, not compilable diffs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73752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No grounding in your actual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404104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›  No prioritisation by business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DarkLead —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One command → full code intelligence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645920" cy="128016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26187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A0E1A"/>
                </a:solidFill>
              </a:rPr>
              <a:t>Clone
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20116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A0E1A"/>
                </a:solidFill>
              </a:rPr>
              <a:t>git clone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1691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26D2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1188720"/>
            <a:ext cx="164592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13432" y="126187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 SAST
Scanners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0116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9BB8"/>
                </a:solidFill>
              </a:rPr>
              <a:t>parallel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4" y="1691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26D21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3" y="1188720"/>
            <a:ext cx="1645920" cy="128016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3" y="126187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A0E1A"/>
                </a:solidFill>
              </a:rPr>
              <a:t>LLM
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3" y="20116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A0E1A"/>
                </a:solidFill>
              </a:rPr>
              <a:t>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1691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26D21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5" y="1188720"/>
            <a:ext cx="164592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5" y="126187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Fix
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5" y="20116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9BB8"/>
                </a:solidFill>
              </a:rPr>
              <a:t>compilable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1691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26D21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0727" y="1188720"/>
            <a:ext cx="1645920" cy="128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126187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A0E1A"/>
                </a:solidFill>
              </a:rPr>
              <a:t>Debt
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20116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0A0E1A"/>
                </a:solidFill>
              </a:rPr>
              <a:t>A–F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691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26D21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399" y="1188720"/>
            <a:ext cx="164592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19" y="1261872"/>
            <a:ext cx="1554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Dashboard
+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19" y="20116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8A9BB8"/>
                </a:solidFill>
              </a:rPr>
              <a:t>PDF/JSON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834640"/>
            <a:ext cx="214884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92608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26D21"/>
                </a:solidFill>
              </a:rPr>
              <a:t>18+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6118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SAST Tools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9192" y="2834640"/>
            <a:ext cx="214884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2" y="292608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26D21"/>
                </a:solidFill>
              </a:rPr>
              <a:t>&lt;60s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9192" y="36118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10K LOC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8344" y="2834640"/>
            <a:ext cx="214884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38344" y="292608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26D21"/>
                </a:solidFill>
              </a:rPr>
              <a:t>A–F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8344" y="36118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Debt Grade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97496" y="2834640"/>
            <a:ext cx="214884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97496" y="292608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26D21"/>
                </a:solidFill>
              </a:rPr>
              <a:t>CWE/OWASP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97496" y="36118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Compliance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56648" y="2834640"/>
            <a:ext cx="2148840" cy="1280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56648" y="2926080"/>
            <a:ext cx="2148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26D21"/>
                </a:solidFill>
              </a:rPr>
              <a:t>Real-time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36118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CVE Feed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389120"/>
            <a:ext cx="11640312" cy="914400"/>
          </a:xfrm>
          <a:prstGeom prst="rect">
            <a:avLst/>
          </a:prstGeom>
          <a:solidFill>
            <a:srgbClr val="1A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805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vs SonarQube: ensemble of 18 scanners vs 1 → higher recall  ·  LLM fixes are compilable diffs, not advice  ·  real CVE feed with MANDATORY/SUGGESTED/OPTIONAL classification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6692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17 interactive panels  ·  WebSocket live progress  ·  FortiAnalyzer-inspired dark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Ensemble SAST + LLM layer + real-time advisory 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40312" cy="100584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0058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BROWSER — Vue 3 + Vite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17 panels: Issues · Heatmap · Fix Studio · Dep Intel · Misconfig · Advisory · Compliance · Git Analytics · Export…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11640312" cy="100584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03120"/>
            <a:ext cx="109728" cy="100584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67127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26D21"/>
                </a:solidFill>
              </a:rPr>
              <a:t>FastAPI  (main.py)  —  REST + WebSocket + 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786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/scan  /jobs  /report  /fixes  /chat  /monitor  /advisories  /updates  /compliance  /export  /ws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11640312" cy="100584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09728" cy="100584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6440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MCP Tool Orchestrator  (parallel dispatch)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75887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Bandit · Ruff · Semgrep · Gitleaks · Trivy · Checkov · Hadolint · ESLint · PMD · Lizard · Radon · Vulture · detect-secrets…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97679"/>
            <a:ext cx="11640312" cy="100584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97679"/>
            <a:ext cx="109728" cy="100584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61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26D21"/>
                </a:solidFill>
              </a:rPr>
              <a:t>LLM Layer  (Claude Sonnet 4.6 / Ollama qwen2.5-coder:14b)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73167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Severity triage · Fix diffs · Compliance mapping · Advisory summarisation · AI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94960"/>
            <a:ext cx="11640312" cy="100584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394960"/>
            <a:ext cx="109728" cy="1005840"/>
          </a:xfrm>
          <a:prstGeom prst="rect">
            <a:avLst/>
          </a:prstGeom>
          <a:solidFill>
            <a:srgbClr val="8A9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5896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8A9BB8"/>
                </a:solidFill>
              </a:rPr>
              <a:t>SQLite / APScheduler  +  Redis (optional Celery)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70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jobs · issues · modules · advisories · compliance · self-health  |  periodic re-scan, NVD/OSV/GitHub Advisory polling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18+ Scanners — Ensemble SAST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More coverage than any single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2423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91440" cy="2423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Bandit (vulns)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Ruff (style/bugs)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95144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Semgrep (patterns)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42616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Vulture (dead code)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0088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Lizard (complexity)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Radon (maintainability)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097280"/>
            <a:ext cx="3749039" cy="2423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097280"/>
            <a:ext cx="91440" cy="242316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6002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ESLint (rules)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19476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Semgrep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95144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npm audit (deps)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4464" y="1097280"/>
            <a:ext cx="3749039" cy="2423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1097280"/>
            <a:ext cx="91440" cy="242316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11887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E07A"/>
                </a:solidFill>
              </a:rPr>
              <a:t>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160020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PMD (bugs)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SpotBugs (bytecode)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2295144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Semgrep Java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03320"/>
            <a:ext cx="3749039" cy="2423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703320"/>
            <a:ext cx="91440" cy="24231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79475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</a:rPr>
              <a:t>Secrets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Gitleaks (git history)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537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detect-secrets (regex)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3703320"/>
            <a:ext cx="3749039" cy="2423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392" y="3703320"/>
            <a:ext cx="91440" cy="242316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2" y="379475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Deps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206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Trivy (SCA + 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45537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OSV Scanner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901183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pip-audit (PyPI)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62272" y="5248656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npm audit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84464" y="3703320"/>
            <a:ext cx="3749039" cy="242316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84464" y="3703320"/>
            <a:ext cx="91440" cy="2423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67344" y="3794759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IaC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2062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Checkov (TF/K8s/CF)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4553712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Hadolint (Docker)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4901183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tfsec (Terraform)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5248656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›  env-checker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LLM Fix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Compilable diffs — not generic advice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577840" cy="53035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26D21"/>
                </a:solidFill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1. Scanner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file, line, rule, severity, snippet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591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2. LLM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6090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real severity vs false positive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18104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3. Fix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1985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full before/after unified diff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7705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4.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7880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why this is dangerous, what the fix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36008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5. Compliance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377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CWE-ID · OWASP A# · NIST SP800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9495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6. Priority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9671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CVSS base × churn weight × debt multiplier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806440" cy="53035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What makes our fixes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✓  Grounded in scanner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019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No hallucination — LLM sees exact line + rule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591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✓  Compilable unified diffs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66090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Copy-paste ready, not vague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11810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✓  Batch 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198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20 findings per LLM call, prompt-cached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8770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✓  Model flexibility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788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Anthropic Sonnet 4.6 cloud OR Ollama local (offline)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6360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✓  AI Chat per 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9377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Ask follow-up questions about any finding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3949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✓  Fix Studio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69671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Side-by-side diff viewer with accept/reject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Technical Debt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Quantified · Graded · Actionable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3716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26D21"/>
                </a:solidFill>
              </a:rPr>
              <a:t>DebtScore  =  Σ ( severity_weight × churn_multiplier × complexity_factor ) / LOC  ×  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2560320" cy="10972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4D4D"/>
                </a:solidFill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10×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651760"/>
            <a:ext cx="2560320" cy="10972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724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26D21"/>
                </a:solidFill>
              </a:rPr>
              <a:t>MAJOR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154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651760"/>
            <a:ext cx="2560320" cy="10972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724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</a:rPr>
              <a:t>MINOR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2651760"/>
            <a:ext cx="2560320" cy="109728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724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8A9BB8"/>
                </a:solidFill>
              </a:rPr>
              <a:t>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154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0.5×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2011680" cy="137160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E07A"/>
                </a:solidFill>
              </a:rPr>
              <a:t>Grade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0–10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24912" y="3977639"/>
            <a:ext cx="2011680" cy="137160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16352" y="40690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Grade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4526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11–25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92624" y="3977639"/>
            <a:ext cx="2011680" cy="137160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40690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26D21"/>
                </a:solidFill>
              </a:rPr>
              <a:t>Grade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4526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26–50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0336" y="3977639"/>
            <a:ext cx="2011680" cy="137160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5" y="40690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Grade 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5" y="4526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51–100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3977639"/>
            <a:ext cx="2011680" cy="137160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9488" y="40690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4D4D"/>
                </a:solidFill>
              </a:rPr>
              <a:t>Grade 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9488" y="452628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100+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Churn multiplier: high-change files weighted 2× (git log)  ·  Complexity factor: cyclomatic &gt; 10 adds 1.5×  ·  Per-module breakdown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Real-time Advisory Feed  &amp; 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CVE monitoring + OWASP/CWE/NIST mapping — automated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577840" cy="53035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26D21"/>
                </a:solidFill>
              </a:rPr>
              <a:t>CVE &amp; Advisory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►  NVD CVE API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National Vulnerability Database, polled every 6h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►  GitHub Advisory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4378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GraphQL API — ecosystem-aware, pip/npm/maven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92424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►  OSV.dev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9896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Open Source Vulnerabilities — cross-ecosystem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8536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►  PyPI / npm changelogs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36007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Package update classifier (MANDATORY/SUGGESTED/OPTIONAL)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8464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►  SSE /sse/alerts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Browser push — new critical CVE → instant badge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05840"/>
            <a:ext cx="5806440" cy="53035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26D21"/>
                </a:solidFill>
              </a:rPr>
              <a:t>Compliance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26D21"/>
                </a:solidFill>
              </a:rPr>
              <a:t>■  OWASP Top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019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Every finding tagged A01–A10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■  CWE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6090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CWE-ID from scanner + LLM 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18104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E07A"/>
                </a:solidFill>
              </a:rPr>
              <a:t>■  NIST SP800-53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4198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Control mapping for enterprise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7705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■  Automated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1788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No manual tagging — pipeline does it 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36008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■ 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93776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Compliance pie charts + gap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94959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■ 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9671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A9BB8"/>
                </a:solidFill>
              </a:rPr>
              <a:t>PDF / JSON / CSV with compliance fields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8A9BB8"/>
                </a:solidFill>
              </a:rPr>
              <a:t>Demo job pre-seeded — no internet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1640312" cy="77724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26D21"/>
                </a:solidFill>
              </a:rPr>
              <a:t>http://localhost:7860/?demo=demo-darklead-19c2af76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210312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84831"/>
            <a:ext cx="2103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26D21"/>
                </a:solidFill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6148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Issues Found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011680"/>
            <a:ext cx="210312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084831"/>
            <a:ext cx="2103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26D21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6148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Debt 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011680"/>
            <a:ext cx="210312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84831"/>
            <a:ext cx="2103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26D21"/>
                </a:solidFill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6148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011680"/>
            <a:ext cx="210312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084831"/>
            <a:ext cx="2103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26D21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6148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Misconfigs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2011680"/>
            <a:ext cx="210312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084831"/>
            <a:ext cx="2103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26D21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76148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A9BB8"/>
                </a:solidFill>
              </a:rPr>
              <a:t>CVEs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11640312" cy="260604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17 UI Panels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Command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79392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Issues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26864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Module Heatmap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74336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Fix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21808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Dependency Intel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7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Misconfig Radar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9319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Advisory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279392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Update Center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626864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Compliance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974336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AI Assistant (Chat)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321808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Git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669279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Security Posture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931920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Trend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279392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Infra Posture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626864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Export &amp; 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974336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Code Analyzer (inline)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321808"/>
            <a:ext cx="3749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Self-Health Monitor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DARKLEAD!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83564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09728" cy="118872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09728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E07A"/>
                </a:solidFill>
              </a:rPr>
              <a:t>Eval Axis: Accuracy vs SonarQube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18 scanners → higher recall. Semgrep + Bandit + ESLint ensemble catches what mono-tools miss.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77440"/>
            <a:ext cx="1083564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77440"/>
            <a:ext cx="109728" cy="1188720"/>
          </a:xfrm>
          <a:prstGeom prst="rect">
            <a:avLst/>
          </a:prstGeom>
          <a:solidFill>
            <a:srgbClr val="F26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26D21"/>
                </a:solidFill>
              </a:rPr>
              <a:t>Eval Axis: Fix Acceptance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8036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Compilable unified diffs grounded in scanner output — not generic LLM advice.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749039"/>
            <a:ext cx="10835640" cy="1188720"/>
          </a:xfrm>
          <a:prstGeom prst="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749039"/>
            <a:ext cx="109728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40479"/>
            <a:ext cx="10424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Eval Axis: Speed: &lt;60s on 10K LOC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59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Parallel scanner dispatch, async pipeline, bandit+ruff+lizard concurrently — benchmarked.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166360"/>
            <a:ext cx="10835640" cy="100584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230368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26D21"/>
                </a:solidFill>
              </a:rPr>
              <a:t>Differentiators beyond eval axes: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96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8A9BB8"/>
                </a:solidFill>
              </a:rPr>
              <a:t>Real-time CVE feed  ·  OWASP/CWE/NIST compliance auto-mapping  ·  Autonomous re-scan scheduling  ·  Self-health monitoring  ·  Offline LLM support (Ollama)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i="0">
                <a:solidFill>
                  <a:srgbClr val="F26D21"/>
                </a:solidFill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 i="0">
                <a:solidFill>
                  <a:srgbClr val="8A9BB8"/>
                </a:solidFill>
              </a:rPr>
              <a:t>github.com/thw01f/TR-104-DarkLead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